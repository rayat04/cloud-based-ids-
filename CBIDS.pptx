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548640"/>
            <a:ext cx="3200400" cy="3200400"/>
          </a:xfrm>
          <a:prstGeom prst="ellipse">
            <a:avLst/>
          </a:prstGeom>
          <a:solidFill>
            <a:srgbClr val="1A4B8C">
              <a:alpha val="30000"/>
            </a:srgbClr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005840"/>
            <a:ext cx="2286000" cy="2286000"/>
          </a:xfrm>
          <a:prstGeom prst="ellipse">
            <a:avLst/>
          </a:prstGeom>
          <a:solidFill>
            <a:srgbClr val="2F81F7">
              <a:alpha val="18000"/>
            </a:srgbClr>
          </a:solidFill>
          <a:ln w="6350">
            <a:solidFill>
              <a:srgbClr val="4D9E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801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315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Based Log &amp;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4114800" cy="36576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423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4.7.5  ·  AWS EC2  ·  Real-Time Threat Detection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5029200" cy="1737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Submitted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Anush Rayat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    |    Roll No: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2323450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B.Tech CSE 6th Sem, Section 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I.K. Gujral Punjab Technical University, Kapurthala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Project I (BTCS603-18)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2F81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64008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14400"/>
            <a:ext cx="201168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14400"/>
            <a:ext cx="2011680" cy="6400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078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6576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50592" y="914400"/>
            <a:ext cx="201168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914400"/>
            <a:ext cx="2011680" cy="6400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2" name="Text 9"/>
          <p:cNvSpPr/>
          <p:nvPr/>
        </p:nvSpPr>
        <p:spPr>
          <a:xfrm>
            <a:off x="2542032" y="1078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542032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Failures Detected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26864" y="914400"/>
            <a:ext cx="201168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26864" y="914400"/>
            <a:ext cx="201168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3"/>
          <p:cNvSpPr/>
          <p:nvPr/>
        </p:nvSpPr>
        <p:spPr>
          <a:xfrm>
            <a:off x="4718304" y="1078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718304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Agents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03136" y="914400"/>
            <a:ext cx="201168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03136" y="914400"/>
            <a:ext cx="2011680" cy="64008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20" name="Text 17"/>
          <p:cNvSpPr/>
          <p:nvPr/>
        </p:nvSpPr>
        <p:spPr>
          <a:xfrm>
            <a:off x="6894576" y="1078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sec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894576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2331720"/>
            <a:ext cx="8595360" cy="749808"/>
          </a:xfrm>
          <a:prstGeom prst="rect">
            <a:avLst/>
          </a:prstGeom>
          <a:solidFill>
            <a:srgbClr val="1A22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02920" y="23957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cloud-based security monitoring system built on Wazuh 4.7.5 deployed on AWS EC2 (Ubuntu 24.04 LTS), providing real-time log analysis and intrusion detection across heterogeneous endpoints.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74320" y="3200400"/>
            <a:ext cx="8595360" cy="749808"/>
          </a:xfrm>
          <a:prstGeom prst="rect">
            <a:avLst/>
          </a:prstGeom>
          <a:solidFill>
            <a:srgbClr val="1A22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02920" y="326440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both a Windows 11 physical laptop and an Ubuntu 24.04 Linux EC2 instance simultaneously, forwarding logs to a centralized Wazuh server via encrypted TCP connections.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74320" y="4069080"/>
            <a:ext cx="8595360" cy="749808"/>
          </a:xfrm>
          <a:prstGeom prst="rect">
            <a:avLst/>
          </a:prstGeom>
          <a:solidFill>
            <a:srgbClr val="1A22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02920" y="413308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detected threats are automatically mapped to the MITRE ATT&amp;CK framework, with results visualized through a centralized web-based Wazuh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59436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60120"/>
            <a:ext cx="420624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60120"/>
            <a:ext cx="54864" cy="123444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Overload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136245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log entries per hour — manual review is practically impossible, leading to missed incidents.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960120"/>
            <a:ext cx="54864" cy="12344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2" name="Text 9"/>
          <p:cNvSpPr/>
          <p:nvPr/>
        </p:nvSpPr>
        <p:spPr>
          <a:xfrm>
            <a:off x="4873752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73752" y="136245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automation, security breaches may go undetected for hours or days, amplifying potential damage.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331720"/>
            <a:ext cx="54864" cy="123444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" y="2423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8912" y="273405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machines across locations without centralization makes individual monitoring inefficient and error-prone.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09160" y="2331720"/>
            <a:ext cx="420624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2331720"/>
            <a:ext cx="54864" cy="1234440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20" name="Text 17"/>
          <p:cNvSpPr/>
          <p:nvPr/>
        </p:nvSpPr>
        <p:spPr>
          <a:xfrm>
            <a:off x="4873752" y="2423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73752" y="273405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log review is periodic, meaning threats are detected after the fact rather than as they occur.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3703320"/>
            <a:ext cx="420624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703320"/>
            <a:ext cx="54864" cy="1234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" y="3794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Diversity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38912" y="410565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logs from heterogeneous Windows &amp; Linux environments simultaneously adds significant complexity.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09160" y="3703320"/>
            <a:ext cx="420624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3703320"/>
            <a:ext cx="54864" cy="12344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8" name="Text 25"/>
          <p:cNvSpPr/>
          <p:nvPr/>
        </p:nvSpPr>
        <p:spPr>
          <a:xfrm>
            <a:off x="4873752" y="3794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Intensive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73752" y="410565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Employing dedicated 24/7 security personnel for manual log monitoring is expensive and impractical for most orgs.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59436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14400"/>
            <a:ext cx="530352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14400"/>
            <a:ext cx="5303520" cy="292608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94183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9EFF"/>
                </a:solidFill>
              </a:rPr>
              <a:t>Primary Objectives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5331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13167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centralized Wazuh 4.7.5 log collection &amp; analysis on AWS EC2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89280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8368" y="18562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analyze security logs from Windows 11 and Ubuntu 24.04 in real time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432304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8368" y="23957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rule-based IDS for brute-force SSH attacks &amp; unauthorized access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97180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8368" y="29352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File Integrity Monitoring (FIM) on /etc/ directory of Linux agent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511296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58368" y="3474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centralized web-based dashboard for real-time security visualization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050792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58368" y="40142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effectiveness via simulated SSH brute-force &amp; FIM attack scenarios</a:t>
            </a:r>
            <a:endParaRPr lang="en-US" sz="1050" dirty="0"/>
          </a:p>
        </p:txBody>
      </p:sp>
      <p:sp>
        <p:nvSpPr>
          <p:cNvPr id="21" name="Shape 12"/>
          <p:cNvSpPr/>
          <p:nvPr/>
        </p:nvSpPr>
        <p:spPr>
          <a:xfrm>
            <a:off x="5852160" y="914400"/>
            <a:ext cx="301752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5852160" y="914400"/>
            <a:ext cx="3017520" cy="292608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23" name="Text 14"/>
          <p:cNvSpPr/>
          <p:nvPr/>
        </p:nvSpPr>
        <p:spPr>
          <a:xfrm>
            <a:off x="5989320" y="9418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</a:rPr>
              <a:t>Secondary Objectives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1888" y="1389888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217920" y="133502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scalability using AWS EC2 &amp; Elastic IP</a:t>
            </a:r>
            <a:endParaRPr lang="en-US" sz="10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1888" y="2139696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217920" y="208483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framework mapping for all threats</a:t>
            </a:r>
            <a:endParaRPr lang="en-US" sz="10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1888" y="2889504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217920" y="28346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AWS Security Groups to restrict unauthorized access</a:t>
            </a:r>
            <a:endParaRPr lang="en-US" sz="10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1888" y="3639312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217920" y="358444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monitoring: Windows &amp; Linux under single server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868680"/>
            <a:ext cx="4663440" cy="4114800"/>
          </a:xfrm>
          <a:prstGeom prst="rect">
            <a:avLst/>
          </a:prstGeom>
          <a:solidFill>
            <a:srgbClr val="1A2233"/>
          </a:solidFill>
          <a:ln w="12700">
            <a:solidFill>
              <a:srgbClr val="2F81F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474720" y="896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81F7"/>
                </a:solidFill>
              </a:rPr>
              <a:t>AWS Cloud (ap-south-1)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0" y="1261872"/>
            <a:ext cx="2834640" cy="2103120"/>
          </a:xfrm>
          <a:prstGeom prst="rect">
            <a:avLst/>
          </a:prstGeom>
          <a:solidFill>
            <a:srgbClr val="0F2044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261872"/>
            <a:ext cx="2834640" cy="256032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2801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Wazuh Server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0" y="15361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m7i-flex.large · Ubuntu 24.04 LTS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1840" y="17373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8D9"/>
                </a:solidFill>
              </a:rPr>
              <a:t>Elastic IP: 35.154.81.157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96596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91840" y="2606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Manager · Indexer · Dashboard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291840" y="28163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681"/>
                </a:solidFill>
              </a:rPr>
              <a:t>Ports: 22 · 443 · 1514 · 1515 · 55000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874520"/>
            <a:ext cx="128016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1874520"/>
            <a:ext cx="1280160" cy="201168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17" name="Text 14"/>
          <p:cNvSpPr/>
          <p:nvPr/>
        </p:nvSpPr>
        <p:spPr>
          <a:xfrm>
            <a:off x="5532120" y="188366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</a:rPr>
              <a:t>Linux EC2</a:t>
            </a:r>
            <a:endParaRPr lang="en-US" sz="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21408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04688" y="246888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t3.small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Ubuntu 24.04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172.31.46.155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120640" y="2606040"/>
            <a:ext cx="36576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74920" y="24871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FB950"/>
                </a:solidFill>
              </a:rPr>
              <a:t>TCP 1514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182880" y="1691640"/>
            <a:ext cx="1828800" cy="1737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82880" y="1691640"/>
            <a:ext cx="1828800" cy="201168"/>
          </a:xfrm>
          <a:prstGeom prst="rect">
            <a:avLst/>
          </a:prstGeom>
          <a:solidFill>
            <a:srgbClr val="2A1A3A"/>
          </a:solidFill>
          <a:ln/>
        </p:spPr>
      </p:sp>
      <p:sp>
        <p:nvSpPr>
          <p:cNvPr id="24" name="Text 20"/>
          <p:cNvSpPr/>
          <p:nvPr/>
        </p:nvSpPr>
        <p:spPr>
          <a:xfrm>
            <a:off x="228600" y="17007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D9EFF"/>
                </a:solidFill>
              </a:rPr>
              <a:t>Windows 11 Agent</a:t>
            </a:r>
            <a:endParaRPr lang="en-US" sz="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38528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28600" y="22860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Physical Laptop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Intel i7 · 16GB RAM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Windows 11 Home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10.13.59.76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2011680" y="2606040"/>
            <a:ext cx="1188720" cy="0"/>
          </a:xfrm>
          <a:prstGeom prst="line">
            <a:avLst/>
          </a:prstGeom>
          <a:noFill/>
          <a:ln w="19050">
            <a:solidFill>
              <a:srgbClr val="2F81F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029968" y="2468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1F7"/>
                </a:solidFill>
              </a:rPr>
              <a:t>TCP 1514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3200400" y="3657600"/>
            <a:ext cx="283464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749040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291840" y="37033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</a:rPr>
              <a:t>Admin Dashboard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3291840" y="3977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HTTPS · Port 443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3291840" y="42062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8D9"/>
                </a:solidFill>
              </a:rPr>
              <a:t>35.154.81.157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4617720" y="3364992"/>
            <a:ext cx="0" cy="292608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59436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14400"/>
            <a:ext cx="2724912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14400"/>
            <a:ext cx="2724912" cy="54864"/>
          </a:xfrm>
          <a:prstGeom prst="rect">
            <a:avLst/>
          </a:prstGeom>
          <a:solidFill>
            <a:srgbClr val="2F81F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0241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4.7.5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38912" y="13898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Unified XDR &amp; SIEM platform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38912" y="1719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Manager · Indexer · Dashboard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38912" y="20482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3000+ built-in detection rules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38912" y="2377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OpenSearch-based storage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172968" y="914400"/>
            <a:ext cx="2724912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72968" y="914400"/>
            <a:ext cx="2724912" cy="54864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0241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75888" y="10241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AWS EC2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337560" y="13898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m7i-flex.large server instance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337560" y="1719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Elastic IP (35.154.81.157)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337560" y="20482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VPC private network 172.31.0.0/16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337560" y="2377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Security Groups as firewalls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071616" y="914400"/>
            <a:ext cx="2724912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71616" y="914400"/>
            <a:ext cx="2724912" cy="54864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02412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74536" y="10241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EC2 Agent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236208" y="13898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Ubuntu 24.04 LTS, t3.small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236208" y="1719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Wazuh Agent 4.7.5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236208" y="20482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SSH &amp; syslog monitoring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6236208" y="2377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FIM on /etc/ directory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274320" y="2971800"/>
            <a:ext cx="2724912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74320" y="2971800"/>
            <a:ext cx="2724912" cy="54864"/>
          </a:xfrm>
          <a:prstGeom prst="rect">
            <a:avLst/>
          </a:prstGeom>
          <a:solidFill>
            <a:srgbClr val="4D9E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81528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77240" y="30815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Agent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38912" y="34472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Intel i7-1255U, 16 GB RAM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438912" y="37764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Wazuh Agent 4.7.5 MSI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438912" y="41056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Windows Event Logs monitoring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438912" y="44348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MITRE ATT&amp;CK auto-mapping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3172968" y="2971800"/>
            <a:ext cx="2724912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3172968" y="2971800"/>
            <a:ext cx="2724912" cy="54864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3081528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675888" y="30815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3337560" y="34472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Log storage &amp; indexing engine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3337560" y="37764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Fast querying &amp; real-time viz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3337560" y="41056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Backs Wazuh Dashboard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3337560" y="44348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Structured alert format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071616" y="2971800"/>
            <a:ext cx="2724912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071616" y="2971800"/>
            <a:ext cx="2724912" cy="54864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76" y="3081528"/>
            <a:ext cx="292608" cy="29260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574536" y="30815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6236208" y="34472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Auto threat classification</a:t>
            </a:r>
            <a:endParaRPr lang="en-US" sz="950" dirty="0"/>
          </a:p>
        </p:txBody>
      </p:sp>
      <p:sp>
        <p:nvSpPr>
          <p:cNvPr id="51" name="Text 42"/>
          <p:cNvSpPr/>
          <p:nvPr/>
        </p:nvSpPr>
        <p:spPr>
          <a:xfrm>
            <a:off x="6236208" y="37764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T1078, T1110, T1112, T1021</a:t>
            </a:r>
            <a:endParaRPr lang="en-US" sz="950" dirty="0"/>
          </a:p>
        </p:txBody>
      </p:sp>
      <p:sp>
        <p:nvSpPr>
          <p:cNvPr id="52" name="Text 43"/>
          <p:cNvSpPr/>
          <p:nvPr/>
        </p:nvSpPr>
        <p:spPr>
          <a:xfrm>
            <a:off x="6236208" y="41056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T1098, T1565 detected</a:t>
            </a:r>
            <a:endParaRPr lang="en-US" sz="950" dirty="0"/>
          </a:p>
        </p:txBody>
      </p:sp>
      <p:sp>
        <p:nvSpPr>
          <p:cNvPr id="53" name="Text 44"/>
          <p:cNvSpPr/>
          <p:nvPr/>
        </p:nvSpPr>
        <p:spPr>
          <a:xfrm>
            <a:off x="6236208" y="44348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Industry-standard framework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2029968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731520"/>
            <a:ext cx="502920" cy="50292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7498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Collection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collect Windows Event Logs &amp; Linux auth.log/syslog continuously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258568" y="1801368"/>
            <a:ext cx="1828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914400"/>
            <a:ext cx="2029968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91256" y="731520"/>
            <a:ext cx="502920" cy="50292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3" name="Text 11"/>
          <p:cNvSpPr/>
          <p:nvPr/>
        </p:nvSpPr>
        <p:spPr>
          <a:xfrm>
            <a:off x="3191256" y="7498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32888" y="129844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32888" y="1645920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log forwarding to Wazuh Manager via TCP port 1514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471416" y="1801368"/>
            <a:ext cx="1828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914400"/>
            <a:ext cx="2029968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04104" y="73152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5404104" y="7498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45736" y="129844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Decoding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45736" y="1645920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 parses &amp; normalizes incoming log data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684264" y="1801368"/>
            <a:ext cx="1828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67144" y="914400"/>
            <a:ext cx="2029968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16952" y="731520"/>
            <a:ext cx="502920" cy="50292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5" name="Text 23"/>
          <p:cNvSpPr/>
          <p:nvPr/>
        </p:nvSpPr>
        <p:spPr>
          <a:xfrm>
            <a:off x="7616952" y="7498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58584" y="129844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Matching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58584" y="1645920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3000+ built-in rules + custom local rules evaluated against each event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28600" y="2880360"/>
            <a:ext cx="2029968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8408" y="2697480"/>
            <a:ext cx="502920" cy="50292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0" name="Text 28"/>
          <p:cNvSpPr/>
          <p:nvPr/>
        </p:nvSpPr>
        <p:spPr>
          <a:xfrm>
            <a:off x="978408" y="2715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" y="326440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3611880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generated with severity level 0–15 when rules are triggered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2258568" y="3767328"/>
            <a:ext cx="1828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41448" y="2880360"/>
            <a:ext cx="2029968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91256" y="2697480"/>
            <a:ext cx="502920" cy="50292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36" name="Text 34"/>
          <p:cNvSpPr/>
          <p:nvPr/>
        </p:nvSpPr>
        <p:spPr>
          <a:xfrm>
            <a:off x="3191256" y="2715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32888" y="326440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532888" y="3611880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ships alerts → OpenSearch Indexer for structured storage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471416" y="3767328"/>
            <a:ext cx="1828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54296" y="2880360"/>
            <a:ext cx="2029968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04104" y="2697480"/>
            <a:ext cx="502920" cy="50292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42" name="Text 40"/>
          <p:cNvSpPr/>
          <p:nvPr/>
        </p:nvSpPr>
        <p:spPr>
          <a:xfrm>
            <a:off x="5404104" y="2715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45736" y="326440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45736" y="3611880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Dashboard displays real-time events, MITRE mapping &amp; agent health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684264" y="3767328"/>
            <a:ext cx="1828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67144" y="2880360"/>
            <a:ext cx="2029968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16952" y="269748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8" name="Text 46"/>
          <p:cNvSpPr/>
          <p:nvPr/>
        </p:nvSpPr>
        <p:spPr>
          <a:xfrm>
            <a:off x="7616952" y="2715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58584" y="326440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Response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958584" y="3611880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monitors alerts, investigates threats &amp; takes action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</a:rPr>
              <a:t>All detected threats automatically mapped to MITRE ATT&amp;CK framework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Wazuh Server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2788920" cy="4069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788920" cy="365760"/>
          </a:xfrm>
          <a:prstGeom prst="rect">
            <a:avLst/>
          </a:prstGeom>
          <a:solidFill>
            <a:srgbClr val="2F81F7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326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9326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Wazuh Indexer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" y="1417320"/>
            <a:ext cx="128016" cy="128016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371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GPG key &amp; official repo added to Ubuntu package manager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93192" y="2011680"/>
            <a:ext cx="128016" cy="128016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wazuh-indexer installed via apt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393192" y="2606040"/>
            <a:ext cx="128016" cy="128016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560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with Elastic IP 35.154.81.157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93192" y="3200400"/>
            <a:ext cx="128016" cy="128016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certificates &amp; indices initialized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93192" y="3794760"/>
            <a:ext cx="128016" cy="128016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enabled for automatic boot startup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200400" y="914400"/>
            <a:ext cx="2788920" cy="4069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914400"/>
            <a:ext cx="2788920" cy="365760"/>
          </a:xfrm>
          <a:prstGeom prst="rect">
            <a:avLst/>
          </a:prstGeom>
          <a:solidFill>
            <a:srgbClr val="00B8D9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9326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9326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Wazuh Manager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64992" y="1417320"/>
            <a:ext cx="128016" cy="12801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4" name="Text 22"/>
          <p:cNvSpPr/>
          <p:nvPr/>
        </p:nvSpPr>
        <p:spPr>
          <a:xfrm>
            <a:off x="3547872" y="1371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via apt after indexer confirmed running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364992" y="2011680"/>
            <a:ext cx="128016" cy="12801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6" name="Text 24"/>
          <p:cNvSpPr/>
          <p:nvPr/>
        </p:nvSpPr>
        <p:spPr>
          <a:xfrm>
            <a:off x="3547872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agent connections, log parsing &amp; rule evaluation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3364992" y="2606040"/>
            <a:ext cx="128016" cy="12801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8" name="Text 26"/>
          <p:cNvSpPr/>
          <p:nvPr/>
        </p:nvSpPr>
        <p:spPr>
          <a:xfrm>
            <a:off x="3547872" y="2560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alerts matching custom &amp; built-in rules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3364992" y="3200400"/>
            <a:ext cx="128016" cy="128016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0" name="Text 28"/>
          <p:cNvSpPr/>
          <p:nvPr/>
        </p:nvSpPr>
        <p:spPr>
          <a:xfrm>
            <a:off x="3547872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enabled &amp; status verified post-install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172200" y="914400"/>
            <a:ext cx="2788920" cy="4069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914400"/>
            <a:ext cx="2788920" cy="365760"/>
          </a:xfrm>
          <a:prstGeom prst="rect">
            <a:avLst/>
          </a:prstGeom>
          <a:solidFill>
            <a:srgbClr val="3FB950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81928" y="9326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9326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Wazuh Dashboard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36792" y="1417320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6" name="Text 34"/>
          <p:cNvSpPr/>
          <p:nvPr/>
        </p:nvSpPr>
        <p:spPr>
          <a:xfrm>
            <a:off x="6519672" y="1371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via apt, configured to connect to Indexer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6336792" y="2011680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8" name="Text 36"/>
          <p:cNvSpPr/>
          <p:nvPr/>
        </p:nvSpPr>
        <p:spPr>
          <a:xfrm>
            <a:off x="6519672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at https://35.154.81.157 via HTTPS port 443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336792" y="2606040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0" name="Text 38"/>
          <p:cNvSpPr/>
          <p:nvPr/>
        </p:nvSpPr>
        <p:spPr>
          <a:xfrm>
            <a:off x="6519672" y="2560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credentials updated after first login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6336792" y="3200400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2" name="Text 40"/>
          <p:cNvSpPr/>
          <p:nvPr/>
        </p:nvSpPr>
        <p:spPr>
          <a:xfrm>
            <a:off x="6519672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Security Events, FIM, MITRE ATT&amp;CK, Compliance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228600" y="5120640"/>
            <a:ext cx="8686800" cy="365760"/>
          </a:xfrm>
          <a:prstGeom prst="rect">
            <a:avLst/>
          </a:prstGeom>
          <a:solidFill>
            <a:srgbClr val="0F2A4A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5138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Ubuntu 24.04 required -i bypass flag for OS compatibility check  ·  Private IP 172.31.37.142 used (not public IP) due to AWS NAT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Installation &amp; Custom Rules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4023360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326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Linux EC2 Agent (Ubuntu 24.04)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29844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252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GPG key &amp; Wazuh repo added; wazuh-agent installed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682496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6367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address: 35.154.81.157 in ossec.conf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06654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 port 1515; logs forwarded on port 1514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450592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404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Monitors: auth.log, syslog, /etc/ (FIM)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4023360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71800"/>
            <a:ext cx="4023360" cy="274320"/>
          </a:xfrm>
          <a:prstGeom prst="rect">
            <a:avLst/>
          </a:prstGeom>
          <a:solidFill>
            <a:srgbClr val="2A1A3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900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9EFF"/>
                </a:solidFill>
              </a:rPr>
              <a:t>Windows 11 Agent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364992"/>
            <a:ext cx="109728" cy="109728"/>
          </a:xfrm>
          <a:prstGeom prst="ellipse">
            <a:avLst/>
          </a:prstGeom>
          <a:solidFill>
            <a:srgbClr val="4D9E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3192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MSI installer from Wazuh website executed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749040"/>
            <a:ext cx="109728" cy="109728"/>
          </a:xfrm>
          <a:prstGeom prst="ellipse">
            <a:avLst/>
          </a:prstGeom>
          <a:solidFill>
            <a:srgbClr val="4D9EFF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703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Elastic IP 35.154.81.157 set as manager address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133088"/>
            <a:ext cx="109728" cy="109728"/>
          </a:xfrm>
          <a:prstGeom prst="ellipse">
            <a:avLst/>
          </a:prstGeom>
          <a:solidFill>
            <a:srgbClr val="4D9E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40873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Logs forwarded in real 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4517136"/>
            <a:ext cx="109728" cy="109728"/>
          </a:xfrm>
          <a:prstGeom prst="ellipse">
            <a:avLst/>
          </a:prstGeom>
          <a:solidFill>
            <a:srgbClr val="4D9E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44714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auto-mapped: T1078 (Valid Accounts), T1112 (Registry)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914400"/>
            <a:ext cx="4389120" cy="3977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914400"/>
            <a:ext cx="4389120" cy="274320"/>
          </a:xfrm>
          <a:prstGeom prst="rect">
            <a:avLst/>
          </a:prstGeom>
          <a:solidFill>
            <a:srgbClr val="3A1A0A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93268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Custom Detection Rules (local_rules.xml)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1325880"/>
            <a:ext cx="4114800" cy="1051560"/>
          </a:xfrm>
          <a:prstGeom prst="rect">
            <a:avLst/>
          </a:prstGeom>
          <a:solidFill>
            <a:srgbClr val="1A22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1325880"/>
            <a:ext cx="54864" cy="10515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2" name="Text 30"/>
          <p:cNvSpPr/>
          <p:nvPr/>
        </p:nvSpPr>
        <p:spPr>
          <a:xfrm>
            <a:off x="4736592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Rule ID: 100001   Level: 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36592" y="16276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Brute-Force Detection (Linux)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36592" y="18562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multiple failed SSH logins (Rule 5760) within 120s window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2487168"/>
            <a:ext cx="4114800" cy="1051560"/>
          </a:xfrm>
          <a:prstGeom prst="rect">
            <a:avLst/>
          </a:prstGeom>
          <a:solidFill>
            <a:srgbClr val="1A22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487168"/>
            <a:ext cx="54864" cy="105156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7" name="Text 35"/>
          <p:cNvSpPr/>
          <p:nvPr/>
        </p:nvSpPr>
        <p:spPr>
          <a:xfrm>
            <a:off x="4736592" y="2532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Rule ID: 100002   Level: 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36592" y="2788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Multi-Login Fail (Windows)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36592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Rule 18152; detects multiple failed Windows logins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3648456"/>
            <a:ext cx="4114800" cy="1051560"/>
          </a:xfrm>
          <a:prstGeom prst="rect">
            <a:avLst/>
          </a:prstGeom>
          <a:solidFill>
            <a:srgbClr val="1A22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3648456"/>
            <a:ext cx="54864" cy="1051560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42" name="Text 40"/>
          <p:cNvSpPr/>
          <p:nvPr/>
        </p:nvSpPr>
        <p:spPr>
          <a:xfrm>
            <a:off x="4736592" y="3694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9"/>
                </a:solidFill>
              </a:rPr>
              <a:t>Rule ID: 100003   Level: 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36592" y="39502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FIM Alert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36592" y="4178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Rule 554; flags unauthorized file changes in /etc/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80560" y="4681728"/>
            <a:ext cx="4389120" cy="621792"/>
          </a:xfrm>
          <a:prstGeom prst="rect">
            <a:avLst/>
          </a:prstGeom>
          <a:solidFill>
            <a:srgbClr val="0A2A2A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17720" y="471830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9"/>
                </a:solidFill>
              </a:rPr>
              <a:t>FIM Configuration (/var/ossec/etc/ossec.conf)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17720" y="49377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/etc/, /usr/bin, /usr/sbin · Computes cryptographic checksums · Alerts on add / modify / delete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1: SSH Brute-Force Attack Simulation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F85149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029200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Wazuh Server — 172.31.37.142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EC2 Agent — 172.31.46.155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fakeuser@172.31.46.155 (repeated rapid attempts)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failure alerts generated on Wazuh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authentication failure alerts — PASSED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429000"/>
            <a:ext cx="5029200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429000"/>
            <a:ext cx="5029200" cy="256032"/>
          </a:xfrm>
          <a:prstGeom prst="rect">
            <a:avLst/>
          </a:prstGeom>
          <a:solidFill>
            <a:srgbClr val="3A0A0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344728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</a:rPr>
              <a:t>Key Observations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4048" y="3794760"/>
            <a:ext cx="100584" cy="100584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749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captured in /var/log/auth.log and forwarded to Manager in real time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" y="4160520"/>
            <a:ext cx="100584" cy="100584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4114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built-in SSHD rules + custom Rule 100001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4048" y="4526280"/>
            <a:ext cx="100584" cy="100584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4480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invalid_login alert group triggered — custom rule confirmed working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914400"/>
            <a:ext cx="3291840" cy="4023360"/>
          </a:xfrm>
          <a:prstGeom prst="rect">
            <a:avLst/>
          </a:prstGeom>
          <a:solidFill>
            <a:srgbClr val="1A22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914400"/>
            <a:ext cx="3291840" cy="256032"/>
          </a:xfrm>
          <a:prstGeom prst="rect">
            <a:avLst/>
          </a:prstGeom>
          <a:solidFill>
            <a:srgbClr val="3A0A0A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93268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5149"/>
                </a:solidFill>
              </a:rPr>
              <a:t>Attack Flow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760720" y="1280160"/>
            <a:ext cx="292608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1280160"/>
            <a:ext cx="54864" cy="38404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0" name="Text 17"/>
          <p:cNvSpPr/>
          <p:nvPr/>
        </p:nvSpPr>
        <p:spPr>
          <a:xfrm>
            <a:off x="5897880" y="13075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(172.31.37.142)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91072" y="1664208"/>
            <a:ext cx="0" cy="118872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0720" y="1783080"/>
            <a:ext cx="292608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60720" y="1783080"/>
            <a:ext cx="54864" cy="38404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4" name="Text 21"/>
          <p:cNvSpPr/>
          <p:nvPr/>
        </p:nvSpPr>
        <p:spPr>
          <a:xfrm>
            <a:off x="5897880" y="18105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fakeuser@ 172.31.46.155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91072" y="2167128"/>
            <a:ext cx="0" cy="118872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2286000"/>
            <a:ext cx="292608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760720" y="2286000"/>
            <a:ext cx="54864" cy="38404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8" name="Text 25"/>
          <p:cNvSpPr/>
          <p:nvPr/>
        </p:nvSpPr>
        <p:spPr>
          <a:xfrm>
            <a:off x="5897880" y="23134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 logged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291072" y="2670048"/>
            <a:ext cx="0" cy="118872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760720" y="2788920"/>
            <a:ext cx="292608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760720" y="2788920"/>
            <a:ext cx="54864" cy="38404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2" name="Text 29"/>
          <p:cNvSpPr/>
          <p:nvPr/>
        </p:nvSpPr>
        <p:spPr>
          <a:xfrm>
            <a:off x="5897880" y="281635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 receives log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291072" y="3172968"/>
            <a:ext cx="0" cy="118872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60720" y="3291840"/>
            <a:ext cx="292608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760720" y="3291840"/>
            <a:ext cx="54864" cy="384048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36" name="Text 33"/>
          <p:cNvSpPr/>
          <p:nvPr/>
        </p:nvSpPr>
        <p:spPr>
          <a:xfrm>
            <a:off x="5897880" y="33192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100001 triggered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291072" y="3675888"/>
            <a:ext cx="0" cy="118872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760720" y="3794760"/>
            <a:ext cx="292608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760720" y="3794760"/>
            <a:ext cx="54864" cy="38404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0" name="Text 37"/>
          <p:cNvSpPr/>
          <p:nvPr/>
        </p:nvSpPr>
        <p:spPr>
          <a:xfrm>
            <a:off x="5897880" y="3822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Dashboard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760720" y="4343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5200" dirty="0"/>
          </a:p>
        </p:txBody>
      </p:sp>
      <p:sp>
        <p:nvSpPr>
          <p:cNvPr id="42" name="Text 39"/>
          <p:cNvSpPr/>
          <p:nvPr/>
        </p:nvSpPr>
        <p:spPr>
          <a:xfrm>
            <a:off x="7178040" y="4434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2: File Integrity Monitoring (FIM)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B8D9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029200" cy="210312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/etc/ directory on Linux EC2 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touch /etc/hacker.txt  →  sudo rm /etc/hacker.txt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Syscheck alerts for file creation and deletion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Syscheck alerts generated for both events — PASSED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154680"/>
            <a:ext cx="5029200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154680"/>
            <a:ext cx="5029200" cy="256032"/>
          </a:xfrm>
          <a:prstGeom prst="rect">
            <a:avLst/>
          </a:prstGeom>
          <a:solidFill>
            <a:srgbClr val="0A2A2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317296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D9"/>
                </a:solidFill>
              </a:rPr>
              <a:t>How FIM Works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" y="3547872"/>
            <a:ext cx="182880" cy="182880"/>
          </a:xfrm>
          <a:prstGeom prst="rect">
            <a:avLst/>
          </a:prstGeom>
          <a:solidFill>
            <a:srgbClr val="00B8D9">
              <a:alpha val="7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3520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scan of /etc/ on first FIM initialization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7472" y="3895344"/>
            <a:ext cx="182880" cy="182880"/>
          </a:xfrm>
          <a:prstGeom prst="rect">
            <a:avLst/>
          </a:prstGeom>
          <a:solidFill>
            <a:srgbClr val="00B8D9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3867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checksums computed for all monitored files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7472" y="4242816"/>
            <a:ext cx="182880" cy="182880"/>
          </a:xfrm>
          <a:prstGeom prst="rect">
            <a:avLst/>
          </a:prstGeom>
          <a:solidFill>
            <a:srgbClr val="00B8D9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" y="421538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creation, modification, or deletion triggers syscheck alert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7472" y="4590288"/>
            <a:ext cx="182880" cy="182880"/>
          </a:xfrm>
          <a:prstGeom prst="rect">
            <a:avLst/>
          </a:prstGeom>
          <a:solidFill>
            <a:srgbClr val="00B8D9">
              <a:alpha val="7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" y="456285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includes: full path, change type, timestamp, agent ID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914400"/>
            <a:ext cx="3291840" cy="4023360"/>
          </a:xfrm>
          <a:prstGeom prst="rect">
            <a:avLst/>
          </a:prstGeom>
          <a:solidFill>
            <a:srgbClr val="1A22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914400"/>
            <a:ext cx="3291840" cy="256032"/>
          </a:xfrm>
          <a:prstGeom prst="rect">
            <a:avLst/>
          </a:prstGeom>
          <a:solidFill>
            <a:srgbClr val="0A2A2A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0" y="93268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8D9"/>
                </a:solidFill>
              </a:rPr>
              <a:t>FIM Event Timeline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1508760"/>
            <a:ext cx="0" cy="43891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1371600"/>
            <a:ext cx="237744" cy="237744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22" name="Text 19"/>
          <p:cNvSpPr/>
          <p:nvPr/>
        </p:nvSpPr>
        <p:spPr>
          <a:xfrm>
            <a:off x="6355080" y="13533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Baseline Scan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55080" y="15636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scan of /etc/ directory completed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172200" y="2084832"/>
            <a:ext cx="0" cy="43891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53328" y="1947672"/>
            <a:ext cx="237744" cy="237744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6" name="Text 23"/>
          <p:cNvSpPr/>
          <p:nvPr/>
        </p:nvSpPr>
        <p:spPr>
          <a:xfrm>
            <a:off x="6355080" y="192938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Created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355080" y="21396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touch /etc/hacker.txt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172200" y="2660904"/>
            <a:ext cx="0" cy="43891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53328" y="2523744"/>
            <a:ext cx="237744" cy="23774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0" name="Text 27"/>
          <p:cNvSpPr/>
          <p:nvPr/>
        </p:nvSpPr>
        <p:spPr>
          <a:xfrm>
            <a:off x="6355080" y="250545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Syscheck Alert: ADDED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355080" y="27157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triggered — alert on Dashboard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172200" y="3236976"/>
            <a:ext cx="0" cy="43891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53328" y="3099816"/>
            <a:ext cx="237744" cy="237744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4" name="Text 31"/>
          <p:cNvSpPr/>
          <p:nvPr/>
        </p:nvSpPr>
        <p:spPr>
          <a:xfrm>
            <a:off x="6355080" y="30815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Deleted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3550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rm /etc/hacker.txt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053328" y="3675888"/>
            <a:ext cx="237744" cy="23774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7" name="Text 34"/>
          <p:cNvSpPr/>
          <p:nvPr/>
        </p:nvSpPr>
        <p:spPr>
          <a:xfrm>
            <a:off x="6355080" y="3657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Syscheck Alert: DELETED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355080" y="38679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triggered — alert on Dashboard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715000" y="4160520"/>
            <a:ext cx="2926080" cy="566928"/>
          </a:xfrm>
          <a:prstGeom prst="rect">
            <a:avLst/>
          </a:prstGeom>
          <a:solidFill>
            <a:srgbClr val="0A2A2A"/>
          </a:solidFill>
          <a:ln w="6350">
            <a:solidFill>
              <a:srgbClr val="00B8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06440" y="418795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Details Include: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 · Change type · Timestamp · Agent ID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3: Windows Monitoring &amp; System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D9E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68680"/>
            <a:ext cx="4206240" cy="2148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4206240" cy="256032"/>
          </a:xfrm>
          <a:prstGeom prst="rect">
            <a:avLst/>
          </a:prstGeom>
          <a:solidFill>
            <a:srgbClr val="2A1A3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869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9EFF"/>
                </a:solidFill>
              </a:rPr>
              <a:t>Windows Security Event Monitoring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225296"/>
            <a:ext cx="100584" cy="100584"/>
          </a:xfrm>
          <a:prstGeom prst="ellipse">
            <a:avLst/>
          </a:prstGeom>
          <a:solidFill>
            <a:srgbClr val="4D9EFF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188720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Logs forwarded continuously to Wazuh Manager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581912"/>
            <a:ext cx="100584" cy="100584"/>
          </a:xfrm>
          <a:prstGeom prst="ellipse">
            <a:avLst/>
          </a:prstGeom>
          <a:solidFill>
            <a:srgbClr val="4D9EFF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545336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Logon events, privilege changes &amp; registry modifications captured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1938528"/>
            <a:ext cx="100584" cy="100584"/>
          </a:xfrm>
          <a:prstGeom prst="ellipse">
            <a:avLst/>
          </a:prstGeom>
          <a:solidFill>
            <a:srgbClr val="4D9EFF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1901952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T1078 (Valid Accounts) auto-mapped via MITRE ATT&amp;CK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295144"/>
            <a:ext cx="100584" cy="100584"/>
          </a:xfrm>
          <a:prstGeom prst="ellipse">
            <a:avLst/>
          </a:prstGeom>
          <a:solidFill>
            <a:srgbClr val="4D9EFF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258568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T1112 (Modify Registry) auto-detected and classified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651760"/>
            <a:ext cx="100584" cy="100584"/>
          </a:xfrm>
          <a:prstGeom prst="ellipse">
            <a:avLst/>
          </a:prstGeom>
          <a:solidFill>
            <a:srgbClr val="4D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615184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monitoring confirmed: Windows + Linux on 1 server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868680"/>
            <a:ext cx="4206240" cy="2148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868680"/>
            <a:ext cx="4206240" cy="256032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8869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9EFF"/>
                </a:solidFill>
              </a:rPr>
              <a:t>Overall System Performance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1216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Alerts (24h):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06640" y="12161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1527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Failures Detected: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06640" y="15270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12+ Critical Alerts: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06640" y="18379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2148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Agents: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0664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Alert Response Time: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06640" y="24597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seconds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2770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Registration Time: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06640" y="27706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minutes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3154680"/>
            <a:ext cx="8641080" cy="1920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154680"/>
            <a:ext cx="8641080" cy="256032"/>
          </a:xfrm>
          <a:prstGeom prst="rect">
            <a:avLst/>
          </a:prstGeom>
          <a:solidFill>
            <a:srgbClr val="0F1A2A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1729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81F7"/>
                </a:solidFill>
              </a:rPr>
              <a:t>Alert Distribution by Rule Group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547872"/>
            <a:ext cx="3264408" cy="384048"/>
          </a:xfrm>
          <a:prstGeom prst="rect">
            <a:avLst/>
          </a:prstGeom>
          <a:solidFill>
            <a:srgbClr val="00B8D9">
              <a:alpha val="9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547872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42%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3977640"/>
            <a:ext cx="3264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8D9"/>
                </a:solidFill>
              </a:rPr>
              <a:t>syscheck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721608" y="3547872"/>
            <a:ext cx="1399032" cy="384048"/>
          </a:xfrm>
          <a:prstGeom prst="rect">
            <a:avLst/>
          </a:prstGeom>
          <a:solidFill>
            <a:srgbClr val="F85149">
              <a:alpha val="9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721608" y="3547872"/>
            <a:ext cx="1399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18%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721608" y="3977640"/>
            <a:ext cx="1399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</a:rPr>
              <a:t>sshd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120640" y="3547872"/>
            <a:ext cx="1165860" cy="384048"/>
          </a:xfrm>
          <a:prstGeom prst="rect">
            <a:avLst/>
          </a:prstGeom>
          <a:solidFill>
            <a:srgbClr val="D29922">
              <a:alpha val="9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3547872"/>
            <a:ext cx="11658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15%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20640" y="3977640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9922"/>
                </a:solidFill>
              </a:rPr>
              <a:t>auth_failed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86500" y="3547872"/>
            <a:ext cx="777240" cy="384048"/>
          </a:xfrm>
          <a:prstGeom prst="rect">
            <a:avLst/>
          </a:prstGeom>
          <a:solidFill>
            <a:srgbClr val="2F81F7">
              <a:alpha val="9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286500" y="354787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10%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86500" y="39776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1F7"/>
                </a:solidFill>
              </a:rPr>
              <a:t>ossec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063740" y="3547872"/>
            <a:ext cx="621792" cy="384048"/>
          </a:xfrm>
          <a:prstGeom prst="rect">
            <a:avLst/>
          </a:prstGeom>
          <a:solidFill>
            <a:srgbClr val="4D9EFF">
              <a:alpha val="9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063740" y="3547872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8%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063740" y="397764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9EFF"/>
                </a:solidFill>
              </a:rPr>
              <a:t>pam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685532" y="3547872"/>
            <a:ext cx="544068" cy="384048"/>
          </a:xfrm>
          <a:prstGeom prst="rect">
            <a:avLst/>
          </a:prstGeom>
          <a:solidFill>
            <a:srgbClr val="8B949E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685532" y="3547872"/>
            <a:ext cx="5440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7%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685532" y="3977640"/>
            <a:ext cx="5440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others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59436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914400"/>
            <a:ext cx="2834640" cy="2148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34440" y="1024128"/>
            <a:ext cx="777240" cy="77724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10241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117"/>
                </a:solidFill>
              </a:rPr>
              <a:t>C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2004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81F7"/>
                </a:solidFill>
              </a:rPr>
              <a:t>Confidentiality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217627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TCP channels for agent-to-server comm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(port 443) for Dashboard access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for all EC2 remote management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200400" y="914400"/>
            <a:ext cx="2834640" cy="2148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1024128"/>
            <a:ext cx="777240" cy="7772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3" name="Text 10"/>
          <p:cNvSpPr/>
          <p:nvPr/>
        </p:nvSpPr>
        <p:spPr>
          <a:xfrm>
            <a:off x="4206240" y="10241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117"/>
                </a:solidFill>
              </a:rPr>
              <a:t>I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29184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8D9"/>
                </a:solidFill>
              </a:rPr>
              <a:t>Integrity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337560" y="217627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FIM monitors /etc/ via cryptographic hash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any unauthorized file create/modify/delete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real-time monitoring, not periodic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6172200" y="914400"/>
            <a:ext cx="2834640" cy="2148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78040" y="1024128"/>
            <a:ext cx="777240" cy="7772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5"/>
          <p:cNvSpPr/>
          <p:nvPr/>
        </p:nvSpPr>
        <p:spPr>
          <a:xfrm>
            <a:off x="7178040" y="10241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117"/>
                </a:solidFill>
              </a:rPr>
              <a:t>A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26364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</a:rPr>
              <a:t>Availability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09360" y="217627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cloud hosting ensures high uptime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Elastic IP prevents connectivity disruption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configured for automatic startup on reboot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228600" y="3200400"/>
            <a:ext cx="8641080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28600" y="3200400"/>
            <a:ext cx="8641080" cy="256032"/>
          </a:xfrm>
          <a:prstGeom prst="rect">
            <a:avLst/>
          </a:prstGeom>
          <a:solidFill>
            <a:srgbClr val="3A1A0A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2186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MITRE ATT&amp;CK Framework Mapping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93008"/>
          <a:ext cx="841248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3474720"/>
                <a:gridCol w="21945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 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Accounts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Legitimate credential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Registry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 modification attempts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remote access attempts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failed authentication attempts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Manipulation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file modification attempts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429768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61288"/>
            <a:ext cx="365760" cy="365760"/>
          </a:xfrm>
          <a:prstGeom prst="ellipse">
            <a:avLst/>
          </a:prstGeom>
          <a:solidFill>
            <a:srgbClr val="30363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61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33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OS Compatibility Failure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 -i flag to bypass Wazuh installer OS check on Ubuntu 24.04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984248"/>
            <a:ext cx="429768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85416"/>
            <a:ext cx="365760" cy="365760"/>
          </a:xfrm>
          <a:prstGeom prst="ellipse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85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Public IP Binding Error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2441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Switched to private IP 172.31.37.142 in Indexer config (AWS NAT)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3008376"/>
            <a:ext cx="429768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9544"/>
            <a:ext cx="365760" cy="365760"/>
          </a:xfrm>
          <a:prstGeom prst="ellipse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081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Agent Version Mismatch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3465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Pinned version 4.7.5 with: apt-get install wazuh-agent=4.7.5-1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4032504"/>
            <a:ext cx="429768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233672"/>
            <a:ext cx="365760" cy="365760"/>
          </a:xfrm>
          <a:prstGeom prst="ellipse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1056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Dynamic IP Changes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44897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Assigned static Elastic IP 35.154.81.157 to server instance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960120"/>
            <a:ext cx="429768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161288"/>
            <a:ext cx="365760" cy="365760"/>
          </a:xfrm>
          <a:prstGeom prst="ellipse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161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1033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Security Group Blocking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94960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Updated inbound rules with new admin IP when network changed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1984248"/>
            <a:ext cx="429768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185416"/>
            <a:ext cx="365760" cy="365760"/>
          </a:xfrm>
          <a:prstGeom prst="ellipse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185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Browser Extension Block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94960" y="2441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 incognito mode (extensions disabled) to access Dashboard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008376"/>
            <a:ext cx="429768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3209544"/>
            <a:ext cx="365760" cy="365760"/>
          </a:xfrm>
          <a:prstGeom prst="ellipse">
            <a:avLst/>
          </a:prstGeom>
          <a:solidFill>
            <a:srgbClr val="30363D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3081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FIM Alerts Delayed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3465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Waited for initial FIM baseline scan before testing file changes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59436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914400"/>
            <a:ext cx="425196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914400"/>
            <a:ext cx="54864" cy="1280160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0058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 &amp; Automated Threat Mitigation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93192" y="1389888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Wazuh's active response module to automatically block attacking IPs on brute-force detection — moving from detection-only to detection-and-prevention mode.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690872" y="914400"/>
            <a:ext cx="425196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90872" y="914400"/>
            <a:ext cx="54864" cy="1280160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02412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9512" y="10058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 via Email &amp; SMS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855464" y="1389888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email/SMS notification services so administrators receive instant alerts for high-severity events without constant dashboard monitoring.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28600" y="2331720"/>
            <a:ext cx="425196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28600" y="2331720"/>
            <a:ext cx="54864" cy="1280160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44144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24231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Threat Intelligence Integration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393192" y="2807208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VirusTotal or AlienVault OTX to identify known malicious IPs and file hashes, extending detection beyond purely rule-based analysis.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690872" y="2331720"/>
            <a:ext cx="425196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90872" y="2331720"/>
            <a:ext cx="54864" cy="1280160"/>
          </a:xfrm>
          <a:prstGeom prst="rect">
            <a:avLst/>
          </a:prstGeom>
          <a:solidFill>
            <a:srgbClr val="2F81F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44144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39512" y="24231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Anomaly Detection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855464" y="2807208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ML models to detect unknown or zero-day threats via behavioral anomalies, complementing the existing rule-based engine.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228600" y="3749040"/>
            <a:ext cx="425196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228600" y="3749040"/>
            <a:ext cx="54864" cy="128016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858768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77240" y="38404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Larger Environments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393192" y="4224528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2 agents to dozens or hundreds across multiple operating systems, geographic regions, and cloud providers.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4690872" y="3749040"/>
            <a:ext cx="425196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690872" y="3749040"/>
            <a:ext cx="54864" cy="1280160"/>
          </a:xfrm>
          <a:prstGeom prst="rect">
            <a:avLst/>
          </a:prstGeom>
          <a:solidFill>
            <a:srgbClr val="4D9EFF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858768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239512" y="38404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Security Group Management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4855464" y="4224528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AWS Security Group updates when admin IP changes, preventing accidental lockout and reducing manual intervention.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4572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Security Alerts Generated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201168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14400"/>
            <a:ext cx="2011680" cy="457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42032" y="1600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Brute-Force Failures Detected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26864" y="914400"/>
            <a:ext cx="201168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914400"/>
            <a:ext cx="2011680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18304" y="1600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Techniques Mapped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03136" y="914400"/>
            <a:ext cx="201168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914400"/>
            <a:ext cx="201168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6894576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94576" y="1600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 Passed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304288"/>
            <a:ext cx="86410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395728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21792" y="2331720"/>
            <a:ext cx="8092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fully functional centralized SIEM &amp; IDS using entirely open-source tools on affordable AWS EC2 cloud infrastructure.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28600" y="2834640"/>
            <a:ext cx="8641080" cy="457200"/>
          </a:xfrm>
          <a:prstGeom prst="rect">
            <a:avLst/>
          </a:prstGeom>
          <a:solidFill>
            <a:srgbClr val="1A22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926080"/>
            <a:ext cx="182880" cy="1828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21792" y="2862072"/>
            <a:ext cx="8092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demonstrated real-time brute-force &amp; FIM detection, with all events mapped to the MITRE ATT&amp;CK framework.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28600" y="3364992"/>
            <a:ext cx="86410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456432"/>
            <a:ext cx="182880" cy="1828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21792" y="3392424"/>
            <a:ext cx="8092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monitoring of Windows 11 &amp; Ubuntu 24.04 under a single Wazuh server — confirming platform-heterogeneous capability.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228600" y="3895344"/>
            <a:ext cx="8641080" cy="457200"/>
          </a:xfrm>
          <a:prstGeom prst="rect">
            <a:avLst/>
          </a:prstGeom>
          <a:solidFill>
            <a:srgbClr val="1A2233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986784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1792" y="3922776"/>
            <a:ext cx="8092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cybersecurity achievable without expensive commercial licensing — accessible to individuals &amp; small organizations.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228600" y="4425696"/>
            <a:ext cx="86410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4517136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21792" y="4453128"/>
            <a:ext cx="8092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real-world deployment challenges identified and resolved, validating practical applicability in modern IT environments.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7" name="Text 30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</a:rPr>
              <a:t>Wazuh 4.7.5  ·  AWS EC2  ·  Ubuntu 24.04 LTS  ·  I.K. Gujral Punjab Technical University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Based Log and Intrusion Detection System</dc:title>
  <dc:subject>PptxGenJS Presentation</dc:subject>
  <dc:creator>Anush Rayat</dc:creator>
  <cp:lastModifiedBy>Anush Rayat</cp:lastModifiedBy>
  <cp:revision>1</cp:revision>
  <dcterms:created xsi:type="dcterms:W3CDTF">2026-06-06T03:55:51Z</dcterms:created>
  <dcterms:modified xsi:type="dcterms:W3CDTF">2026-06-06T03:55:51Z</dcterms:modified>
</cp:coreProperties>
</file>